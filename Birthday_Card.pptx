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6217920" cy="8503920"/>
          </a:xfrm>
          <a:prstGeom prst="roundRect">
            <a:avLst/>
          </a:prstGeom>
          <a:solidFill>
            <a:srgbClr val="FFFAFC"/>
          </a:solidFill>
          <a:ln w="25400">
            <a:solidFill>
              <a:srgbClr val="EDB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394960" cy="4572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2200" b="0" i="0">
                <a:solidFill>
                  <a:srgbClr val="C0527A"/>
                </a:solidFill>
                <a:latin typeface="Aptos"/>
              </a:rPr>
              <a:t>🌷  💗  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394960" cy="3840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900" b="1" i="0">
                <a:solidFill>
                  <a:srgbClr val="A65C7A"/>
                </a:solidFill>
                <a:latin typeface="Aptos"/>
              </a:rPr>
              <a:t>HAPPY BIRTHDAY,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66928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2700" b="1" i="0">
                <a:solidFill>
                  <a:srgbClr val="C0527A"/>
                </a:solidFill>
                <a:latin typeface="Aptos"/>
              </a:rPr>
              <a:t>MERO DIDUUUU! 🎂💗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539496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200" b="0" i="1">
                <a:solidFill>
                  <a:srgbClr val="A65C7A"/>
                </a:solidFill>
                <a:latin typeface="Aptos"/>
              </a:rPr>
              <a:t>For someone who will always be special to me 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697480"/>
            <a:ext cx="2743200" cy="1508760"/>
          </a:xfrm>
          <a:prstGeom prst="roundRect">
            <a:avLst/>
          </a:prstGeom>
          <a:solidFill>
            <a:srgbClr val="FFE8F1"/>
          </a:solidFill>
          <a:ln w="19050">
            <a:solidFill>
              <a:srgbClr val="E2A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3127248"/>
            <a:ext cx="2468880" cy="5943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300" b="1" i="0">
                <a:solidFill>
                  <a:srgbClr val="A65C7A"/>
                </a:solidFill>
                <a:latin typeface="Aptos"/>
              </a:rPr>
              <a:t>ADD DIDUUU'S
FAVOURITE PHOTO HERE 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5303520" cy="7772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500" b="0" i="0">
                <a:solidFill>
                  <a:srgbClr val="663D52"/>
                </a:solidFill>
                <a:latin typeface="Aptos"/>
              </a:rPr>
              <a:t>Tadha chhau bhanera ke bho ra, hajur sadhai mero mutu ko najik hunuhuncha ni! 🥹❤️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5303520" cy="9144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400" b="0" i="0">
                <a:solidFill>
                  <a:srgbClr val="663D52"/>
                </a:solidFill>
                <a:latin typeface="Aptos"/>
              </a:rPr>
              <a:t>Hajurko life ma sadhai khusi, maya ra ramra moments haru aaairahun. Hajurka sabai sapana pura hun, ani hajur sadhai yestai hasirakhnu haiii! 🫶🏻🌸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00800"/>
            <a:ext cx="5303520" cy="7772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400" b="0" i="0">
                <a:solidFill>
                  <a:srgbClr val="663D52"/>
                </a:solidFill>
                <a:latin typeface="Aptos"/>
              </a:rPr>
              <a:t>Chittai bhetera sangai ramailo garne din aaos. Teti bela samma ko lagi, yo sano card ma mero dherai saaro maya! 🫂💗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7360920"/>
            <a:ext cx="539496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C0527A"/>
                </a:solidFill>
                <a:latin typeface="Aptos"/>
              </a:rPr>
              <a:t>DHERAI MAYA, DIDUUU! 🎂💋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863840"/>
            <a:ext cx="539496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1200" b="0" i="1">
                <a:solidFill>
                  <a:srgbClr val="A65C7A"/>
                </a:solidFill>
                <a:latin typeface="Aptos"/>
              </a:rPr>
              <a:t>Forever your little one ❤️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8229600"/>
            <a:ext cx="539496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/>
            <a:r>
              <a:rPr sz="2000" b="0" i="0">
                <a:solidFill>
                  <a:srgbClr val="C0527A"/>
                </a:solidFill>
                <a:latin typeface="Aptos"/>
              </a:rPr>
              <a:t>🌸  ♡  🌸  ♡  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